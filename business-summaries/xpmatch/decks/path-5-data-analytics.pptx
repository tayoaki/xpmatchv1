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18000</c:v>
                </c:pt>
                <c:pt idx="2">
                  <c:v>90000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3000</c:v>
                </c:pt>
                <c:pt idx="2">
                  <c:v>75000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Analytics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preference trends, demand forecasts and benchmarks, sold as a subscription.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 ARR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clients at $2,000 per month.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exact. The constraint is upstream.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demand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sell preference trends without a panel. Your Year-3 model produces ~62,000 cumulative signups — thin against incumbents holding card-spend and mobility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Appeal's stake in Mabrian (70%)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~€3.7M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pricing for the category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worldwide (same pool as Path 1)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~2,400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Year-3 cumulative signups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~62,000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data types you do not have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spend, mobility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competes with Path 1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same budget line.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sell to DMOs. A destination paying $5,000/month for your planner is less likely to add $2,000/month for analytics, not more.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€3.7M price for the category leader is the ceiling talking.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$90,000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$75,000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0.56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panel first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path is strictly downstream of paths 1 and 7.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as an attach, not a business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$1,000–2,000/month on path 1's installed base needs no new sales motion.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 starts in Year 3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nothing to sell before then.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category. Strictly downstream.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it as an upsell on path 1 clients rather than a standalone 50-client business.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version is credible and costs you no new channel.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