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21778.625</c:v>
                </c:pt>
                <c:pt idx="1">
                  <c:v>96265.4</c:v>
                </c:pt>
                <c:pt idx="2">
                  <c:v>189273.7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19778.625</c:v>
                </c:pt>
                <c:pt idx="1">
                  <c:v>96265.4</c:v>
                </c:pt>
                <c:pt idx="2">
                  <c:v>189273.7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 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Marketplace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 of every stay and activity booked through the plan.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XPMatch, Inc. · Projections under stated assumptions ·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and the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verified. Inputs tested against published prices, September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$1.6M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 GMV at an 8% blended take.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is exact. The rate is not.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5.0–6.5%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blended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pay 4–6% and are most of the basket by value. Activities pay 8%. Your 8% blended is overstated by 45%.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actually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 = verified against a cited public source · [E] estimated · [A] assumed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Viator affiliate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GetYourGuide affiliate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affiliate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4–8%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 affiliate on hotels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4.8%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blended basket ($700 stay + $240 activities)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5.0–6.5%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rate is fine.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volume is not.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 ÷ a $940 basket is 21,277 booked trips — 1.5× every trip your Year-3 model plans, and that model assumes only a fraction ever convert.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multiplier on demand, not a source of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from 5-revenue-paths-model.xlsx. Change a driver and this moves.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655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$189,274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24871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569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gross profit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$189,274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2200" y="34015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34838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margin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FTE required: 0.04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true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conditions. If any fails, the path does not deliver.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links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 two days. Booking.com, Viator, GetYourGuide, price shown on the card.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25% booking attach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trips planned. Unmeasured today — this is Scorecard item 6.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volume from paths 1, 4 or 7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path cannot produce its own demand.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economics. Cheapest to start.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standalone path.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Near-100% margin, no delivery cost, one to two days of work.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it on early precisely because it costs nothing to run while volume builds underneath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2026-09-22T16:45:16Z</dcterms:created>
  <dcterms:modified xsi:type="dcterms:W3CDTF">2026-09-22T16:45:16Z</dcterms:modified>
</cp:coreProperties>
</file>