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60000</c:v>
                </c:pt>
                <c:pt idx="2">
                  <c:v>120000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40000</c:v>
                </c:pt>
                <c:pt idx="2">
                  <c:v>100000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02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Share on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Bookings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negotiated percentage of the bookings XPMatch can prove it caused.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and the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verified. Inputs tested against published prices, September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$1.0M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attributed GMV at a 10% take.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exact. The word doing the work is 'attributed'.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0.7× every trip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plan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at a $940 basket is 10,638 bookings — 0.7× every trip your Year-3 model plans, all converting, all accepted as incremental.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 = verified against a cited public source · [E] estimated · [A] assumed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supplier commission (context)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rate card for revenue-share deals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testing by sophisticated partners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incrementality accepted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20–50%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assumed incrementality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'Incremental' is the hardest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in travel partnerships.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asking a partner to agree a booking would not have happened without you. That needs attribution infrastructure, an agreed methodology, and usually a holdout group that mechanically shrinks what you get paid 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from 5-revenue-paths-model.xlsx. Change a driver and this moves.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$120,000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$100,000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FTE required: 0.33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 If any fails, the path does not deliver.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attribution the partner trusts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analytics. A methodology their finance team signs off 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partner willing to negotiate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negotiate with companies that already have volume. You do not yet.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holdout test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30% accepted incrementality, $10M attributed pays on $3M.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Weakest evidence of the seven.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it.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bad model — a model that requires you to already be big enough that a partner takes the meeting.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once path 3 gives you a booking curve to negotiate with.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2026-09-22T16:45:16Z</dcterms:created>
  <dcterms:modified xsi:type="dcterms:W3CDTF">2026-09-22T16:45:16Z</dcterms:modified>
</cp:coreProperties>
</file>