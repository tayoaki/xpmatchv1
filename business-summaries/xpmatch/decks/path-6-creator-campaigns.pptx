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48000</c:v>
                </c:pt>
                <c:pt idx="2">
                  <c:v>72000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14400</c:v>
                </c:pt>
                <c:pt idx="1">
                  <c:v>28800</c:v>
                </c:pt>
                <c:pt idx="2">
                  <c:v>43200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Creator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management, creator matchmaking and attribution, for a fee.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$600,000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campaigns at $15,000 net each.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exact. The fee base is wrong.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5.0× overstated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fee is 10–25% OF CAMPAIGN BUDGET. A $15,000 campaign nets you about $3,000 — so 40 campaigns is $120,000, not $600,000.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creators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$20–100/post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creators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$100–5,000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creators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$5,000–10,000+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hospitality campaign budgets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$5,000–50,000+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fee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10–25% of budget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net $15,000 per campaign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a $75,000 campaign.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top-tier DMO and luxury-brand money. Running 40 of them a year is a staffed agency, not a side line — and agency revenue does not transfer to an acquirer.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$72,000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$43,200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0.33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$75,000 campaign budgets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accept ~$3,000 net per campaign at realistic sizes.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 agency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hours per campaign, 40 campaigns, plus pitching.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low margin and zero compounding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of what the month-24 exit thesis needs.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it — and keep the creators.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plan already proposes paying creators $1–2 per activated signup, as Mindtrip does.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the same relationships into an acquisition channel feeding Path 7 — building the asset instead of renting out your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